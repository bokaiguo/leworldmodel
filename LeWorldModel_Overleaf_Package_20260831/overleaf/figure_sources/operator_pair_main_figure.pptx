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formal manuscript figure. Quantitative values are generated from the stored same-spectrum sweep JSON; PowerPoint preserves the authoritative SVG without adding presentation graphics.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gbk/code/LeWorldModel/le-wm-main/results/theory_operator_alignment_iclr_oral_20260829/figures/operator_pair_main_figure_figm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755648"/>
            <a:ext cx="11734495" cy="32186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LeWorldModel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 spectrum ≠ same transfer</dc:title>
  <dc:subject>ICLR main figure: same spectrum, different transfer</dc:subject>
  <dc:creator>LeWorldModel paper artifact pipeline</dc:creator>
  <cp:lastModifiedBy>LeWorldModel paper artifact pipeline</cp:lastModifiedBy>
  <cp:revision>1</cp:revision>
  <dcterms:created xsi:type="dcterms:W3CDTF">2026-08-29T08:34:05Z</dcterms:created>
  <dcterms:modified xsi:type="dcterms:W3CDTF">2026-08-29T08:34:05Z</dcterms:modified>
</cp:coreProperties>
</file>