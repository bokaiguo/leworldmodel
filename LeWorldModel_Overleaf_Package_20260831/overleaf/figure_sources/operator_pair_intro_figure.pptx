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Formal introduction schematic generated from the same analytical two-dimensional block as the paper. PowerPoint preserves the authoritative SVG without additional presentation graphics.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TRO_FIGURE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5836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FFFFF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5836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FFFFF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sv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gbk/code/LeWorldModel/le-wm-main/results/theory_operator_alignment_iclr_oral_20260829/figures/operator_pair_intro_figure_figma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28600" y="1554480"/>
            <a:ext cx="11734495" cy="361188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5836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FFFFF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LeWorldModel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Same predictor spectrum, different covariance-relative action</dc:title>
  <dc:subject>Introduction figure: isospectral predictor geometry</dc:subject>
  <dc:creator>LeWorldModel paper artifact pipeline</dc:creator>
  <cp:lastModifiedBy>LeWorldModel paper artifact pipeline</cp:lastModifiedBy>
  <cp:revision>1</cp:revision>
  <dcterms:created xsi:type="dcterms:W3CDTF">2026-08-29T16:08:36Z</dcterms:created>
  <dcterms:modified xsi:type="dcterms:W3CDTF">2026-08-29T16:08:36Z</dcterms:modified>
</cp:coreProperties>
</file>